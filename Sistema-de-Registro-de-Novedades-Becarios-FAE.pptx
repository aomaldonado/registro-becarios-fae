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ricolage Grotesque SemiBold" panose="020B0604020202020204" charset="0"/>
      <p:regular r:id="rId13"/>
    </p:embeddedFon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42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03795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Sistema de Registro de Novedades Becarios FAE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02720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Integrador — 2do Semestre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532809"/>
            <a:ext cx="1241890" cy="287139"/>
          </a:xfrm>
          <a:prstGeom prst="roundRect">
            <a:avLst>
              <a:gd name="adj" fmla="val 22118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74879" y="4589463"/>
            <a:ext cx="162466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BRYAN TELLO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997819" y="4532809"/>
            <a:ext cx="187498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E7BF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111223" y="4589463"/>
            <a:ext cx="225776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ANDRÉS MALDONADO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25564"/>
            <a:ext cx="7959969" cy="447986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8453458" y="1919042"/>
            <a:ext cx="325707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El Problema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879" y="4901158"/>
            <a:ext cx="4364891" cy="16520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42883" y="5115571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Falta de Seguimiento 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442882" y="5524251"/>
            <a:ext cx="3738717" cy="91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</a:t>
            </a:r>
            <a:r>
              <a:rPr lang="es-E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departamento de recursos humanos de la FAE no tiene un seguimiento de la situación del personal de becarios en las diferentes Universidades.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1453" y="4901159"/>
            <a:ext cx="4502606" cy="1652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44382" y="5130496"/>
            <a:ext cx="41233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Control para </a:t>
            </a:r>
            <a:r>
              <a:rPr lang="es-E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operaciones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6044382" y="5539178"/>
            <a:ext cx="4123333" cy="715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</a:rPr>
              <a:t>El mando </a:t>
            </a:r>
            <a:r>
              <a:rPr lang="es-E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</a:rPr>
              <a:t>institucional desconoce que personal militar se encuentra en condiciones para ser empleados en las operaciones militares.</a:t>
            </a:r>
            <a:endParaRPr lang="en-US" sz="1450" dirty="0"/>
          </a:p>
        </p:txBody>
      </p:sp>
      <p:pic>
        <p:nvPicPr>
          <p:cNvPr id="11" name="Imagen 10" descr="Facultad de Aprendizaje, Lenguas y Comunicación - PUCE (@EducacionPUCE) •  Facebook">
            <a:extLst>
              <a:ext uri="{FF2B5EF4-FFF2-40B4-BE49-F238E27FC236}">
                <a16:creationId xmlns:a16="http://schemas.microsoft.com/office/drawing/2014/main" id="{2F4C6E2A-7C93-A8DC-C0BE-B37C0E668F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938" b="20401"/>
          <a:stretch>
            <a:fillRect/>
          </a:stretch>
        </p:blipFill>
        <p:spPr>
          <a:xfrm>
            <a:off x="10268317" y="5517943"/>
            <a:ext cx="1923683" cy="13400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376" y="10163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La Solución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61376" y="217545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plataforma web centralizada que automatiza y da trazabilidad al registro de becarios.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90664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56832" y="3286026"/>
            <a:ext cx="567021" cy="567035"/>
          </a:xfrm>
          <a:prstGeom prst="ellipse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3441898"/>
            <a:ext cx="255085" cy="2550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6832" y="404207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Plataforma Web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445075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Centralizada, escalable y segura para gestionar todo el proceso.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47359" y="3090664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542716" y="3286026"/>
            <a:ext cx="567021" cy="567035"/>
          </a:xfrm>
          <a:prstGeom prst="ellipse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3441898"/>
            <a:ext cx="255085" cy="2550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2716" y="404207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Automatización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4542716" y="445075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Reportes y notificaciones generados en tiempo real.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33244" y="3090664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8228600" y="3286026"/>
            <a:ext cx="567021" cy="567035"/>
          </a:xfrm>
          <a:prstGeom prst="ellipse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4568" y="3441898"/>
            <a:ext cx="255085" cy="2550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8600" y="404207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Seguridad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8228600" y="445075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robusta con validaciones y control de acceso.</a:t>
            </a:r>
            <a:endParaRPr lang="en-US" sz="1450" dirty="0"/>
          </a:p>
        </p:txBody>
      </p:sp>
      <p:pic>
        <p:nvPicPr>
          <p:cNvPr id="20" name="Imagen 19" descr="Facultad de Aprendizaje, Lenguas y Comunicación - PUCE (@EducacionPUCE) •  Facebook">
            <a:extLst>
              <a:ext uri="{FF2B5EF4-FFF2-40B4-BE49-F238E27FC236}">
                <a16:creationId xmlns:a16="http://schemas.microsoft.com/office/drawing/2014/main" id="{B62ACA96-C894-80DA-CD5F-D6DFFAA756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938" b="20401"/>
          <a:stretch>
            <a:fillRect/>
          </a:stretch>
        </p:blipFill>
        <p:spPr>
          <a:xfrm>
            <a:off x="10268317" y="5517943"/>
            <a:ext cx="1923683" cy="13400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620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Arquitectura de Bases de Datos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491357"/>
            <a:ext cx="1924399" cy="282674"/>
          </a:xfrm>
          <a:prstGeom prst="roundRect">
            <a:avLst>
              <a:gd name="adj" fmla="val 22117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73093" y="1547118"/>
            <a:ext cx="231074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 Y DOMINIO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90452"/>
            <a:ext cx="6905849" cy="39133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86104" y="1605695"/>
            <a:ext cx="4035557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Aislamiento de Responsabilidades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027489" y="2214959"/>
            <a:ext cx="3509081" cy="1487289"/>
          </a:xfrm>
          <a:prstGeom prst="roundRect">
            <a:avLst>
              <a:gd name="adj" fmla="val 525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38919" y="2426394"/>
            <a:ext cx="308622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38919" y="2900263"/>
            <a:ext cx="30862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Seguridad: Usuarios, Perfiles, Contraseñas encriptadas.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027489" y="3885406"/>
            <a:ext cx="3509081" cy="1487289"/>
          </a:xfrm>
          <a:prstGeom prst="roundRect">
            <a:avLst>
              <a:gd name="adj" fmla="val 525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238919" y="4096841"/>
            <a:ext cx="308622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38919" y="4570710"/>
            <a:ext cx="30862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Negocio: Becarios, Novedades, Reportes.</a:t>
            </a:r>
            <a:endParaRPr lang="en-US" sz="1450" dirty="0"/>
          </a:p>
        </p:txBody>
      </p:sp>
      <p:pic>
        <p:nvPicPr>
          <p:cNvPr id="14" name="Imagen 13" descr="Facultad de Aprendizaje, Lenguas y Comunicación - PUCE (@EducacionPUCE) •  Facebook">
            <a:extLst>
              <a:ext uri="{FF2B5EF4-FFF2-40B4-BE49-F238E27FC236}">
                <a16:creationId xmlns:a16="http://schemas.microsoft.com/office/drawing/2014/main" id="{729357DE-B43A-3EC9-200B-B69F515F07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38" b="20401"/>
          <a:stretch>
            <a:fillRect/>
          </a:stretch>
        </p:blipFill>
        <p:spPr>
          <a:xfrm>
            <a:off x="10268317" y="5517943"/>
            <a:ext cx="1923683" cy="13400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14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Integridad de Datos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61475" y="241022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Mecanismos a nivel motor para garantizar consistencia y auditoría automática.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61630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177" y="3361630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Procedimientos Almacenados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70177" y="4065587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de negocio manejadas por SPs para centralizar la lógica.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361630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1836" y="336163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Validaciones Motor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071836" y="3770313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Restricciones UNIQUE y CHECK aplicadas directamente en la base de datos.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36163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73496" y="336163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Triggers de Auditoría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773496" y="3770313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 de la auditoría interna mediante triggers.</a:t>
            </a:r>
            <a:endParaRPr lang="en-US" sz="1450" dirty="0"/>
          </a:p>
        </p:txBody>
      </p:sp>
      <p:pic>
        <p:nvPicPr>
          <p:cNvPr id="14" name="Imagen 13" descr="Facultad de Aprendizaje, Lenguas y Comunicación - PUCE (@EducacionPUCE) •  Facebook">
            <a:extLst>
              <a:ext uri="{FF2B5EF4-FFF2-40B4-BE49-F238E27FC236}">
                <a16:creationId xmlns:a16="http://schemas.microsoft.com/office/drawing/2014/main" id="{818748B7-CE42-E793-48C0-25F81496C6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938" b="20401"/>
          <a:stretch>
            <a:fillRect/>
          </a:stretch>
        </p:blipFill>
        <p:spPr>
          <a:xfrm>
            <a:off x="10268317" y="5517943"/>
            <a:ext cx="1923683" cy="1340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91215" y="0"/>
            <a:ext cx="4800480" cy="685799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9660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Programación Orientada a Objetos — Python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061369"/>
            <a:ext cx="3053877" cy="2606774"/>
          </a:xfrm>
          <a:prstGeom prst="roundRect">
            <a:avLst>
              <a:gd name="adj" fmla="val 304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856832" y="2256730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Encapsulamiento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665413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a datos abstraído mediante </a:t>
            </a: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SQLAlchemy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separando lógica de persistencia.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061369"/>
            <a:ext cx="3053976" cy="2606774"/>
          </a:xfrm>
          <a:prstGeom prst="roundRect">
            <a:avLst>
              <a:gd name="adj" fmla="val 304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099715" y="2256730"/>
            <a:ext cx="26632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Herencia y Polimorfismo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960688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Superclase </a:t>
            </a: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PerfilBase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define comportamientos genéricos. Subclases </a:t>
            </a: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PerfilAdmin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PerfilBecario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sobrescriben métodos.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857155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56832" y="505251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Menús Dinámicos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461198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adaptar menús y permisos dinámicamente sin usar condicionales masivos.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195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Desarrollo Frontend — UX/UI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611511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Diseño Moderno y Responsivo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085380"/>
            <a:ext cx="350908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Interfaz adaptable a múltiples dispositivos mediante </a:t>
            </a: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Bootstrap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2859088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Experiencia de Usuario (UX)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3332956"/>
            <a:ext cx="3509081" cy="1245195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Notificaciones Flash para retroalimentación instantánea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Formularios con validación en tiempo real (evita errores humanos)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761309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Organización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1475" y="5235178"/>
            <a:ext cx="350908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</a:t>
            </a: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Blueprints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Flask para modularizar las rutas y garantizar escalabilidad.</a:t>
            </a:r>
            <a:endParaRPr lang="en-US" sz="1450" dirty="0"/>
          </a:p>
        </p:txBody>
      </p:sp>
      <p:pic>
        <p:nvPicPr>
          <p:cNvPr id="11" name="Imagen 10" descr="Facultad de Aprendizaje, Lenguas y Comunicación - PUCE (@EducacionPUCE) •  Facebook">
            <a:extLst>
              <a:ext uri="{FF2B5EF4-FFF2-40B4-BE49-F238E27FC236}">
                <a16:creationId xmlns:a16="http://schemas.microsoft.com/office/drawing/2014/main" id="{A4234774-850C-8CD6-3206-6ABB00A4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38" b="20401"/>
          <a:stretch>
            <a:fillRect/>
          </a:stretch>
        </p:blipFill>
        <p:spPr>
          <a:xfrm>
            <a:off x="10679723" y="5804533"/>
            <a:ext cx="1512277" cy="105346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E5ADB1B-C423-A996-633A-4108D033B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341" y="1678204"/>
            <a:ext cx="7238659" cy="41108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84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Flujo del Sistema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295301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62108"/>
            <a:ext cx="305828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Reportes y Notificaciones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86102"/>
            <a:ext cx="2899846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Almacenamiento Seguro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920965"/>
            <a:ext cx="3070345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Validación en Tiempo Real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4495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Registro Automático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94909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reemplaza el registro manual con un flujo automatizado, trazable y seguro de principio a fin.</a:t>
            </a:r>
            <a:endParaRPr lang="en-US" sz="1250" dirty="0"/>
          </a:p>
        </p:txBody>
      </p:sp>
      <p:pic>
        <p:nvPicPr>
          <p:cNvPr id="10" name="Imagen 9" descr="Facultad de Aprendizaje, Lenguas y Comunicación - PUCE (@EducacionPUCE) •  Facebook">
            <a:extLst>
              <a:ext uri="{FF2B5EF4-FFF2-40B4-BE49-F238E27FC236}">
                <a16:creationId xmlns:a16="http://schemas.microsoft.com/office/drawing/2014/main" id="{8A68249B-6607-340B-5597-4E49B4657F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38" b="20401"/>
          <a:stretch>
            <a:fillRect/>
          </a:stretch>
        </p:blipFill>
        <p:spPr>
          <a:xfrm>
            <a:off x="10580077" y="5735118"/>
            <a:ext cx="1611923" cy="11228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99625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Conclusiones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87037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1275723" y="193526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Requerimientos Cumplidos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2343944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satisface todos los requerimientos académicos del proyecto integrador.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32680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275723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Arquitectura Robusta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75723" y="3800376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Diseñada para crecer y adaptarse a futuras necesidades del negocio.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78323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275723" y="484812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Buenas Prácticas Profesionales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275723" y="525680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implementó trabajo colaborativo con </a:t>
            </a: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estándares de desarrollo profesional.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534914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¡Gracias por su atención!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61475" y="3448745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¿Preguntas?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963789"/>
            <a:ext cx="6296860" cy="1359297"/>
          </a:xfrm>
          <a:prstGeom prst="roundRect">
            <a:avLst>
              <a:gd name="adj" fmla="val 584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667825" y="3970139"/>
            <a:ext cx="6284160" cy="673298"/>
          </a:xfrm>
          <a:custGeom>
            <a:avLst/>
            <a:gdLst/>
            <a:ahLst/>
            <a:cxnLst/>
            <a:rect l="l" t="t" r="r" b="b"/>
            <a:pathLst>
              <a:path w="6284160" h="673298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673298"/>
                </a:lnTo>
                <a:lnTo>
                  <a:pt x="0" y="673298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56832" y="415915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Bryan Tello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667825" y="4643437"/>
            <a:ext cx="6284160" cy="673298"/>
          </a:xfrm>
          <a:custGeom>
            <a:avLst/>
            <a:gdLst/>
            <a:ahLst/>
            <a:cxnLst/>
            <a:rect l="l" t="t" r="r" b="b"/>
            <a:pathLst>
              <a:path w="6284160" h="673298">
                <a:moveTo>
                  <a:pt x="0" y="0"/>
                </a:moveTo>
                <a:lnTo>
                  <a:pt x="6284160" y="0"/>
                </a:lnTo>
                <a:lnTo>
                  <a:pt x="6284160" y="607140"/>
                </a:lnTo>
                <a:arcTo wR="66156" hR="66158" stAng="0" swAng="5400000"/>
                <a:lnTo>
                  <a:pt x="66156" y="673298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667825" y="464343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856832" y="483244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Andrés Maldonado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398</Words>
  <Application>Microsoft Office PowerPoint</Application>
  <PresentationFormat>Panorámica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Inter Bold</vt:lpstr>
      <vt:lpstr>Bricolage Grotesque SemiBold</vt:lpstr>
      <vt:lpstr>Arial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Andrès Omar Maldonado Rodriguez</cp:lastModifiedBy>
  <cp:revision>2</cp:revision>
  <dcterms:created xsi:type="dcterms:W3CDTF">2026-09-01T14:35:10Z</dcterms:created>
  <dcterms:modified xsi:type="dcterms:W3CDTF">2026-09-01T15:18:10Z</dcterms:modified>
</cp:coreProperties>
</file>